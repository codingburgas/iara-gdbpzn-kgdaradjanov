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792F8-9BF8-4AB5-B37F-84695CA0C09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9424E-307A-4157-AC11-5AF3EAB6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6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4D46-E132-479D-BC09-1D2A6CF15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DBB9D-BD4E-4330-BF9B-68053589F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607D6-7918-42E4-BB74-0B7800B9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E9007-EB0F-4CBD-ACC4-DF0C31FC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53DE-997A-405C-8B49-645C9F3A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0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63F5-DBA7-418C-9F59-90EC13CE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4402E-180C-4B51-9C1D-1D0E56039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3F22-3E7F-4B75-B66F-6469EB7C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B9F7-62B5-495B-AA7D-BA0275B5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43584-CCC9-4EA1-B9CA-01CFCB88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A432-9814-471F-BC3B-60FC8720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5C67C-0E3F-4B51-B0CF-2D84D978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A24F8-7464-45B6-A8F6-078F01AE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E8819-3A23-493D-8DB2-26B191AC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BCB35-7314-40AB-AF7B-00A4DB5F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8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087A-A1BA-4412-80A8-2B26B7F0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4C5D-7B7F-4BDE-A8EB-056997EB9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D5836-F9EB-4497-BA3A-A2AA00AA8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6D79D-3017-465A-8C93-179C1876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994CC-6AA4-4502-82FB-8DF1D1D0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894F2-39C3-4299-A568-164EB00D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1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DA48-3B32-4D0B-8751-8237347E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234CC-B22B-41AB-8890-F1AC744AA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10AC7-BA94-4C9B-A275-70A9AC33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915D8-3070-4BCE-AD6C-4EAAE1D15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3E66E-0B44-4957-AFA4-50D3AC6F2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485FC-36D7-4E4C-854F-4C9B25C1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37177-B74A-4FBD-913D-E35E1ED6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3101D7-3A44-4D55-9488-1327E2FE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D0C3-604F-4684-84EA-8C1E1059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C8279-83D7-4326-B659-BF2DAE0D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F2FB3-B96D-4936-9C72-386412A8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26FE7-5A37-48DD-8C50-BAA7A32F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2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F3D240-1BE5-4BDD-A8E3-4D385FB8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741DD-10C5-4FCC-AD37-EBCB1361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CDC1F-4AE8-4126-9BFF-E1D2C83F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2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7354-6323-4BC8-81B4-65E640E5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89342-3BD0-4C59-A770-4AB1AD8A9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BAF31-F26D-4CCB-B895-171E65E5B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12C10-D56A-4309-B034-AED58B0D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C3D7-3137-4EC9-A172-18108637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FDCA4-7E79-4F81-B322-752177DC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0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88FD-A5ED-436B-9694-E75C6A876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C47440-F5DC-4DFD-87A7-517A03206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651E3-C276-4C11-AA30-B6F335CF6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0186F-9947-40E9-BA33-9CD0152B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5039A-1EAF-4C6A-9A91-3786480A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444C4-C5B7-40F1-90BA-8C45EF9F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2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5803-EF4F-4FB4-934E-AE13F055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46AE2-EF67-4F7F-A90A-3B2FAE913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8F291-3C83-47F5-A187-C0910165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67975-179A-4201-8A9D-A7E8AB60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A549A-2D20-4FE0-AF35-A2E9A700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3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3815C-AC21-4F94-B013-4228D57A2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65D8D-383F-4F2C-8B53-7D9FC815A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A9D01-A290-4DA3-BD66-B15CFF12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7BB9A-6BA7-4731-BC4A-F189925E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5BD32-02D6-488E-A412-A7234573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1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0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2367A-42EB-40FD-A80B-C64A79DC1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11472-4214-4850-93ED-D894608B8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24AB6-1F1E-4D05-8832-72D4F1BFC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8B052-C7F0-4405-A1C2-6A95F3EC632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CF70F-49AB-45EE-807D-ADFA482AA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11F34-DCC0-4083-92F6-EC9058605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4A6F2-7E16-42CE-BBF4-1DE90C1E8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3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920" y="-1706880"/>
            <a:ext cx="5120640" cy="5120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950720" y="4389120"/>
            <a:ext cx="4389120" cy="4389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ptx_work/icons/anch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731520"/>
            <a:ext cx="670560" cy="67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3440" y="1889760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kern="0" spc="4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 ДОКУМЕНТАЦИЯ</a:t>
            </a:r>
            <a:endParaRPr lang="en-US" sz="1867" dirty="0"/>
          </a:p>
        </p:txBody>
      </p:sp>
      <p:sp>
        <p:nvSpPr>
          <p:cNvPr id="6" name="Text 3"/>
          <p:cNvSpPr/>
          <p:nvPr/>
        </p:nvSpPr>
        <p:spPr>
          <a:xfrm>
            <a:off x="792480" y="237744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ИАРА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53440" y="365760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 система за рибарство и аквакултури</a:t>
            </a:r>
            <a:endParaRPr lang="en-US" sz="2933" dirty="0"/>
          </a:p>
        </p:txBody>
      </p:sp>
      <p:sp>
        <p:nvSpPr>
          <p:cNvPr id="8" name="Text 5"/>
          <p:cNvSpPr/>
          <p:nvPr/>
        </p:nvSpPr>
        <p:spPr>
          <a:xfrm>
            <a:off x="1950720" y="4206240"/>
            <a:ext cx="7315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3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Изготвил: </a:t>
            </a: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Кристиян Дараджанов</a:t>
            </a:r>
            <a:endParaRPr lang="en-US" sz="1733" dirty="0"/>
          </a:p>
          <a:p>
            <a:pPr algn="ctr">
              <a:lnSpc>
                <a:spcPct val="130000"/>
              </a:lnSpc>
            </a:pPr>
            <a:r>
              <a:rPr lang="en-US" sz="1733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Клас: </a:t>
            </a: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bg-BG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</a:t>
            </a:r>
            <a:endParaRPr lang="en-US" sz="1733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3" name="Image 0" descr="/home/claude/pptx_work/icons/ancho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8224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2080" y="219456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Какво прави системата</a:t>
            </a:r>
            <a:endParaRPr lang="en-US" sz="3467" dirty="0"/>
          </a:p>
        </p:txBody>
      </p:sp>
      <p:sp>
        <p:nvSpPr>
          <p:cNvPr id="5" name="Text 2"/>
          <p:cNvSpPr/>
          <p:nvPr/>
        </p:nvSpPr>
        <p:spPr>
          <a:xfrm>
            <a:off x="609600" y="1402080"/>
            <a:ext cx="6217920" cy="103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платформа, която дигитализира основните процеси на ИАРА — от регистрация на кораби до продажба на билети за любителски риболов.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402080" y="25847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Билетен център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402080" y="2913888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Изчисляване на цена и онлайн покупка на билет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402080" y="3462528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Регистър на флота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402080" y="3791712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справки за риболовни кораби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402080" y="4340352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Е-Дневник</a:t>
            </a: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1402080" y="4669536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на улова с GPS координати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402080" y="5218176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Инспекции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1402080" y="554736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на терен и съставяне на актове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5B8CDD-72FA-4D56-9362-6CBFC1A4B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107" y="1639062"/>
            <a:ext cx="4010025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5824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3" name="Image 0" descr="/home/claude/pptx_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8224"/>
            <a:ext cx="6096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2080" y="219456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и роли</a:t>
            </a:r>
            <a:endParaRPr lang="en-US" sz="3467" dirty="0"/>
          </a:p>
        </p:txBody>
      </p:sp>
      <p:sp>
        <p:nvSpPr>
          <p:cNvPr id="5" name="Text 2"/>
          <p:cNvSpPr/>
          <p:nvPr/>
        </p:nvSpPr>
        <p:spPr>
          <a:xfrm>
            <a:off x="609600" y="146304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67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ТЕХНОЛОГИЧЕН СТЕК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1950720"/>
            <a:ext cx="5242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3"/>
              </a:spcAft>
              <a:buSzPct val="100000"/>
              <a:buChar char="▪"/>
            </a:pPr>
            <a:r>
              <a:rPr lang="en-US" sz="1667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 — сървър и бизнес логика</a:t>
            </a:r>
            <a:endParaRPr lang="en-US" sz="1667" dirty="0"/>
          </a:p>
          <a:p>
            <a:pPr marL="457189" indent="-457189">
              <a:spcAft>
                <a:spcPts val="1333"/>
              </a:spcAft>
              <a:buSzPct val="100000"/>
              <a:buChar char="▪"/>
            </a:pPr>
            <a:r>
              <a:rPr lang="en-US" sz="1667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 + SQLite — база данни</a:t>
            </a:r>
            <a:endParaRPr lang="en-US" sz="1667" dirty="0"/>
          </a:p>
          <a:p>
            <a:pPr marL="457189" indent="-457189">
              <a:spcAft>
                <a:spcPts val="1333"/>
              </a:spcAft>
              <a:buSzPct val="100000"/>
              <a:buChar char="▪"/>
            </a:pPr>
            <a:r>
              <a:rPr lang="en-US" sz="1667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— генериране на PDF отчети</a:t>
            </a:r>
            <a:endParaRPr lang="en-US" sz="1667" dirty="0"/>
          </a:p>
          <a:p>
            <a:pPr marL="457189" indent="-457189">
              <a:spcAft>
                <a:spcPts val="1333"/>
              </a:spcAft>
              <a:buSzPct val="100000"/>
              <a:buChar char="▪"/>
            </a:pPr>
            <a:r>
              <a:rPr lang="en-US" sz="1667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 — интерфейс</a:t>
            </a:r>
            <a:endParaRPr lang="en-US" sz="1667" dirty="0"/>
          </a:p>
        </p:txBody>
      </p:sp>
      <p:sp>
        <p:nvSpPr>
          <p:cNvPr id="11" name="Text 7"/>
          <p:cNvSpPr/>
          <p:nvPr/>
        </p:nvSpPr>
        <p:spPr>
          <a:xfrm>
            <a:off x="5282004" y="1471646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67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В СИСТЕМАТА (RBAC)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130323" y="1969725"/>
            <a:ext cx="5242560" cy="12801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AEF"/>
            </a:solidFill>
            <a:prstDash val="solid"/>
          </a:ln>
        </p:spPr>
      </p:sp>
      <p:pic>
        <p:nvPicPr>
          <p:cNvPr id="13" name="Image 2" descr="/home/claude/pptx_work/icons/f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606" y="2304287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75014" y="2170175"/>
            <a:ext cx="4023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Рибар</a:t>
            </a:r>
            <a:endParaRPr lang="en-US" sz="1733" dirty="0"/>
          </a:p>
        </p:txBody>
      </p:sp>
      <p:sp>
        <p:nvSpPr>
          <p:cNvPr id="15" name="Text 10"/>
          <p:cNvSpPr/>
          <p:nvPr/>
        </p:nvSpPr>
        <p:spPr>
          <a:xfrm>
            <a:off x="6264227" y="2538445"/>
            <a:ext cx="4084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Билети, регистрация на кораби, е-дневник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130323" y="3450336"/>
            <a:ext cx="5242560" cy="12801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AEF"/>
            </a:solidFill>
            <a:prstDash val="solid"/>
          </a:ln>
        </p:spPr>
      </p:sp>
      <p:pic>
        <p:nvPicPr>
          <p:cNvPr id="17" name="Image 3" descr="/home/claude/pptx_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364" y="3742943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08014" y="3555044"/>
            <a:ext cx="4023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Инспектор</a:t>
            </a:r>
            <a:endParaRPr lang="en-US" sz="1733" dirty="0"/>
          </a:p>
        </p:txBody>
      </p:sp>
      <p:sp>
        <p:nvSpPr>
          <p:cNvPr id="19" name="Text 13"/>
          <p:cNvSpPr/>
          <p:nvPr/>
        </p:nvSpPr>
        <p:spPr>
          <a:xfrm>
            <a:off x="6214054" y="4003996"/>
            <a:ext cx="4084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документи, съставяне на актове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130323" y="4870704"/>
            <a:ext cx="5242560" cy="12801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AEF"/>
            </a:solidFill>
            <a:prstDash val="solid"/>
          </a:ln>
        </p:spPr>
      </p:sp>
      <p:pic>
        <p:nvPicPr>
          <p:cNvPr id="21" name="Image 4" descr="/home/claude/pptx_work/icons/user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5141375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12813" y="5020889"/>
            <a:ext cx="4023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733" dirty="0"/>
          </a:p>
        </p:txBody>
      </p:sp>
      <p:sp>
        <p:nvSpPr>
          <p:cNvPr id="23" name="Text 16"/>
          <p:cNvSpPr/>
          <p:nvPr/>
        </p:nvSpPr>
        <p:spPr>
          <a:xfrm>
            <a:off x="6418191" y="5297361"/>
            <a:ext cx="4084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роли, KPI табло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8DB55C-8B26-447E-AC68-0C8B9DECFB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852672"/>
            <a:ext cx="3886200" cy="28893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AEC106-1196-4955-8036-E4A8E0A449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68" y="4415536"/>
            <a:ext cx="3347251" cy="247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0734-5122-434C-88AA-4C40FE297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НЕКА ПРЕМИНЕМ КЪМ САЙТА!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B306C-0DA7-4C9D-9E66-640EA07ADE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5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147</Words>
  <Application>Microsoft Office PowerPoint</Application>
  <PresentationFormat>Widescreen</PresentationFormat>
  <Paragraphs>32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НЕКА ПРЕМИНЕМ КЪМ САЙТА!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Kristiyan Daradjanov</dc:creator>
  <cp:lastModifiedBy>Kristiyan Daradjanov</cp:lastModifiedBy>
  <cp:revision>2</cp:revision>
  <dcterms:created xsi:type="dcterms:W3CDTF">2026-07-02T03:37:24Z</dcterms:created>
  <dcterms:modified xsi:type="dcterms:W3CDTF">2026-07-02T03:50:42Z</dcterms:modified>
</cp:coreProperties>
</file>